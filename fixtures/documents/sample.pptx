
<file path=[Content_Types].xml><?xml version="1.0" encoding="utf-8"?>
<Types xmlns="http://schemas.openxmlformats.org/package/2006/content-types"/>
</file>

<file path=ppt/presentation.xml><?xml version="1.0" encoding="utf-8"?>
<p:presentation xmlns:p="http://schemas.openxmlformats.org/presentationml/2006/main"/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/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>
  <p:txStyles>
    <p:bodyStyle>
      <a:lvl1pPr>
        <a:defRPr>
          <a:latin typeface="+mn-lt"/>
          <a:ea typeface="+mj-ea"/>
        </a:defRPr>
      </a:lvl1pPr>
    </p:body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rPr lang="en-US">
                <a:latin typeface="Roboto"/>
                <a:ea typeface="+mn-ea"/>
                <a:cs typeface=""/>
              </a:rPr>
              <a:t>One</a:t>
            </a:r>
            <a:r>
              <a:rPr lang="en-US">
                <a:latin typeface="+mj-lt"/>
              </a:rPr>
              <a:t>Title</a:t>
            </a:r>
          </a:p>
        </p:txBody>
      </p:sp>
    </p:spTree>
  </p:cSld>
</p:sld>
</file>

<file path=ppt/theme/theme1.xml><?xml version="1.0" encoding="utf-8"?>
<a:theme xmlns:a="http://schemas.openxmlformats.org/drawingml/2006/main" name="Brand">
  <a:themeElements>
    <a:fontScheme name="Brand">
      <a:majorFont>
        <a:latin typeface="Montserrat"/>
        <a:ea typeface=""/>
        <a:cs typeface=""/>
      </a:majorFont>
      <a:minorFont>
        <a:latin typeface="Open Sans"/>
        <a:ea typeface="Noto Sans KR"/>
        <a:cs typeface=""/>
      </a:minorFont>
    </a:fontScheme>
  </a:themeElements>
</a:theme>
</file>

<file path=ppt/theme/theme2.xml><?xml version="1.0" encoding="utf-8"?>
<a:theme xmlns:a="http://schemas.openxmlformats.org/drawingml/2006/main" name="Unused">
  <a:themeElements>
    <a:fontScheme name="Unused">
      <a:majorFont>
        <a:latin typeface="Comic Sans MS"/>
        <a:ea typeface=""/>
        <a:cs typeface=""/>
      </a:majorFont>
      <a:minorFont>
        <a:latin typeface="Papyrus"/>
        <a:ea typeface=""/>
        <a:cs typeface=""/>
      </a:minorFont>
    </a:fontScheme>
  </a:themeElements>
</a:theme>
</file>